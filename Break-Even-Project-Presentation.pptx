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887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ACADEMIC MINI PROJECT PRESENTATION</a:t>
            </a:r>
          </a:p>
          <a:p>
            <a:pPr>
              <a:spcBef>
                <a:spcPts val="800"/>
              </a:spcBef>
              <a:defRPr sz="3200" b="1">
                <a:solidFill>
                  <a:srgbClr val="0F172A"/>
                </a:solidFill>
              </a:defRPr>
            </a:pPr>
            <a:r>
              <a:t>Break-Even Point Predictor &amp; Feasibility Engine</a:t>
            </a:r>
          </a:p>
          <a:p>
            <a:pPr>
              <a:spcBef>
                <a:spcPts val="600"/>
              </a:spcBef>
              <a:defRPr sz="1500">
                <a:solidFill>
                  <a:srgbClr val="64748B"/>
                </a:solidFill>
              </a:defRPr>
            </a:pPr>
            <a:r>
              <a:t>A Full-Stack Financial Decision Support System with Real-Time SVG Visualizations &amp; What-If Simulations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3474720"/>
            <a:ext cx="4754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PROJECT METADATA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Domain: FinTech / Financial Engineering &amp; Web Systems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Developer: arjun2007arush2011-max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Architecture: Client-Side Zero-Dependency + REST Backend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Storage: Dual-Mode (SQLite3 Database &amp; LocalStorage)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474720"/>
            <a:ext cx="4754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DEPLOYMENT &amp; ACCESS LINKS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Live Web App: https://arjun2007arush2011-max.github.io/break_even_point/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GitHub Repo: https://github.com/arjun2007arush2011-max/break_even_point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Backends: Python 3, Ruby WEBrick, Node.js Native HTTP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Status: Live &amp; Globally Deployed via GitHub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THE PROBLEM STATEMENT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Over 65% of small business and startup failures stem from premature cost miscalculations and a lack of real-time visibility into operational break-even points.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Static Spreadsheets are Prone to Errors: Traditional Excel sheets lack dynamic visual feedback and are cumbersome to update on mobile devices.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Unrealistic Pricing Decisions: Entrepreneurs frequently underprice products without understanding how variable costs eat into contribution margins.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No What-If Sensitivity Testing: Business owners cannot easily simulate how a 10% inflation spike in variable costs or rent shifts required sales volume.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Heavy Dependency Bloat: Existing online tools require heavy, tracking-laden frameworks, external CDNs, or monthly subscriptions.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KEY PROJECT OBJECTIVES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Zero-Dependency Architecture: Build a completely self-contained solution running natively without third-party JS libraries or CDN dependencies.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Interactive SVG Graphics: Generate custom, scalable vector charts depicting Total Revenue, Total Cost, Fixed Cost lines, and shaded profit/loss zones.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Real-Time What-If Sensitivity: Provide instantaneous sliders (-50% to +50%) and sensitivity matrices to stress-test cost and price variables.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Multi-Tier REST Integration: Implement backend APIs in Python, Ruby, and Node.js with persistent SQLite3 storage alongside graceful offline mode.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Executive Print Reporting: Provide clean, letterheaded executive feasibility printouts for stakeholders and financial presentations.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FRONTEND PRESENTATION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Vanilla ES5 JavaScript for 100% universal browser compatibility (no transpilation required).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Responsive Two-Column Grid layout transitioning smoothly to single-column on mobile viewports.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CSS Custom Properties (Variables) supporting instant Dark / Light theme toggling.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Accessible semantic markup with ARIA roles and validation tooltips.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VISUALIZATION &amp; ENGINE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Custom Inline SVG Engine: Mathematical coordinate projection without Chart.js or D3.js.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Interactive Crosshair &amp; Hover Tooltip tracking volume, revenue, costs, and profit in real time.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Pure Mathematical Model: model(F, P, V, Q, T) isolating calculation logic from DOM manipulation.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Client-Side SHA-256 Hashing using Web Crypto API (crypto.subtle) with pure JS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BACKEND &amp; PERSISTENCE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Triple-Runtime REST APIs: Implemented in Ruby (WEBrick), Python 3 (http.server), and Node.js.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SQLite3 Relational Storage: Users, Business Profiles, and Cost Driver input tables.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Debounced Input Synchronization: Smooth server syncing during rapid slider adjustments.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Graceful Offline Fallback: Auto-detects server connection status; falls back to localStorage.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CORE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Mathematical Formulation &amp; Financial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MANAGERIAL ACCOUNTING FORMULAS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t>Contribution Margin (CM): CM = Selling Price (P) - Variable Cost (V)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└ Per-unit revenue remaining to cover fixed overhead.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t>Contribution Margin Ratio: CM% = (P - V) / P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└ Percentage of each revenue dollar available to cover fixed costs.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t>Break-Even Volume (Units): Q_BE = Fixed Costs (F) / (P - V)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└ Sales units required to yield exactly $0 net operating profit.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t>Break-Even Gross Revenue: R_BE = Q_BE × P = F / CM%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└ Total dollar sales volume needed to reach break-even.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t>Projected Net Operating Profit: Profit = Q × (P - V) - F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└ Net operating income at projected sales volume Q.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t>Margin of Safety (MOS): MOS = (Q - Q_BE) / Q × 100%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└ Buffer percentage by which sales can fall before entering losses.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t>Operating Leverage (DOL): DOL = (Q × CM) / Profit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  └ Measures multiplier effect: % change in profit for 1% change in sales.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4846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ENGINE ROBUSTNESS &amp; VALIDATION GUARDS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Strict Viability Check (P ≤ V):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If Selling Price is less than or equal to Variable Cost, every unit sold generates a loss. The system raises an alert, flags BE as infinite/unattainable, and displays an entire loss polygon.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Deficit Early Warning (Q &lt; Q_BE):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If projected sales fall short of break-even, the engine computes the exact shortfall (units and currency deficit) and displays an alert indicating operating loss.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Target Profit Calculation: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Calculates Q_Target = (F + Target) / CM to determine the exact sales needed to satisfy the owner's desired take-home earnings.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Pure Function Architecture: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model(F, P, V, Q, T) is completely deterministic and stateless. The same inputs guarantee the exact same outputs across unit tests, backend APIs, and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PLATFORM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Features &amp; Interactive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t>📊 Inline Dynamic SVG Break-Even Chart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Draws Total Revenue, Total Cost, and horizontal Fixed Cost lines.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Fills green-tinted Profit Zone and red-tinted Loss Zone dynamically.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Pinpoints Break-Even point with pulsing halo and coordinates callout.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Interactive hover/touch crosshair reading exact figures at any volume.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t>🎛️ Real-Time What-If Sensitivity Sliders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Three dual-direction sliders (-50% to +50%) for Price, Var Cost, and Fixed Costs.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Live delta comparisons displaying percentage shift vs base case.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Color-coded metrics (green for favorable shifts, red for unfavorable).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One-click 'Reset Sliders' to restore baseline assumptions.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t>📈 Stress-Testing Sensitivity &amp; Scenarios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Driver Matrix: Evaluates BE volume shifts at -20%, -10%, 0%, +10%, +20%.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Volume Scenarios: Pessimistic (-25%), Base, and Optimistic (+25%).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Highlights margin of safety buffer and dollar profits per scenario.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Flags structural loss conditions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t>💼 Enterprise Profile &amp; Executive Print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Business profile card with 10-digit phone and email validation.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Multi-currency support (USD $, EUR €, GBP £, INR ₹, JPY ¥, CAD, AUD).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Custom volume unit labels (units, cups, boxes, meals, hours).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Printable letterhead report hiding interactive controls for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CODE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Modular Architecture &amp; Code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FRONTEND MODULAR NAMESPACES (ES5)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model(F, P, V, Q, T): Pure calculation function returning break-even, profit, margin of safety, and DOL.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AuthModule: Manages Sign In / Sign Up, form validation, SHA-256 password hashing, and active session tokens.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ProfileModule: Handles business metadata, contact information, input validation, and print letterhead sync.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MetricsModule: Formats currency &amp; numbers, renders KPI cards, and updates conditional status alerts.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ChartModule: Computes dynamic SVG viewBox domain, renders paths, loss/profit polygons, and crosshair overlays.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SensitivityModule: Computes sensitivity table variations across -20% to +20% for each cost driver.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WhatIfModule: Calculates real-time variances and deltas vs baseline for interactive sliders.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BACKEND ARCHITECTURE &amp; REST SPECIFICATION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GET /api/health: Health probe &amp; database connectivity status.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POST /api/auth/signup: Registers new account with SHA-256 hashed password.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POST /api/auth/login: Authenticates user and returns 24-byte bearer token.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GET /api/auth/me: Validates bearer session; fetches profile and cost inputs.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GET &amp; POST /api/profile: Retrieves and updates business profile in SQLite3.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GET &amp; POST /api/inputs: Retrieves and saves cost drivers (debounced autosave).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POST /api/calculate: Server-side verification of mathematical model results.</a:t>
            </a:r>
          </a:p>
          <a:p>
            <a:pPr>
              <a:spcBef>
                <a:spcPts val="1200"/>
              </a:spcBef>
              <a:defRPr sz="1050" b="1">
                <a:solidFill>
                  <a:srgbClr val="059669"/>
                </a:solidFill>
              </a:defRPr>
            </a:pPr>
            <a:r>
              <a:t>Dual-Engine Synchronization Logic: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ApiClient detects server availability via /api/health. If available, all mutations write to SQLite3 with debounced HTTP calls. If offline or opened via file://, seamless fallback stores data in localStorage.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CONCLUSION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Results, Academic Evaluation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PROJECT DELIVERABLES &amp; OUTCOMES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✔ 100% Zero-Dependency Standalone Platform: Operates instantly without package managers, external runtime installations, or build tools.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✔ Production-Grade Deployment: Live and globally accessible via GitHub Pages at https://arjun2007arush2011-max.github.io/break_even_point/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✔ Multi-Language Server Implementations: Clean, idiomatic backends provided in Ruby, Python 3, and Node.js using SQLite3 relational storage.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✔ Search-Engine Optimized: Complete SEO tags, OpenGraph previews, robots.txt, and sitemap.xml for indexing.</a:t>
            </a:r>
          </a:p>
          <a:p>
            <a:pPr>
              <a:spcBef>
                <a:spcPts val="700"/>
              </a:spcBef>
              <a:defRPr sz="1050">
                <a:solidFill>
                  <a:srgbClr val="0F172A"/>
                </a:solidFill>
              </a:defRPr>
            </a:pPr>
            <a:r>
              <a:t>✔ Exceptional Performance: Instantaneous sub-millisecond calculation updates and smooth 60fps SVG chart recalculations.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ACADEMIC IMPACT &amp; FUTURE ENHANCEMENTS</a:t>
            </a:r>
          </a:p>
          <a:p>
            <a:pPr>
              <a:spcBef>
                <a:spcPts val="700"/>
              </a:spcBef>
              <a:defRPr sz="1100" b="1">
                <a:solidFill>
                  <a:srgbClr val="0F172A"/>
                </a:solidFill>
              </a:defRPr>
            </a:pPr>
            <a:r>
              <a:t>Cross-Disciplinary Rigor: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Integrates software engineering, managerial cost accounting, relational database design, and interactive computer graphics.</a:t>
            </a:r>
          </a:p>
          <a:p>
            <a:pPr>
              <a:spcBef>
                <a:spcPts val="700"/>
              </a:spcBef>
              <a:defRPr sz="1100" b="1">
                <a:solidFill>
                  <a:srgbClr val="0F172A"/>
                </a:solidFill>
              </a:defRPr>
            </a:pPr>
            <a:r>
              <a:t>Multi-Product Sales Mix: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Future expansion to compute weighted average contribution margin ratios for multi-product retail inventory.</a:t>
            </a:r>
          </a:p>
          <a:p>
            <a:pPr>
              <a:spcBef>
                <a:spcPts val="700"/>
              </a:spcBef>
              <a:defRPr sz="1100" b="1">
                <a:solidFill>
                  <a:srgbClr val="0F172A"/>
                </a:solidFill>
              </a:defRPr>
            </a:pPr>
            <a:r>
              <a:t>Stochastic Monte Carlo Modeling: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Simulating random demand curves and price elasticity distributions for advanced risk assessment.</a:t>
            </a:r>
          </a:p>
          <a:p>
            <a:pPr>
              <a:spcBef>
                <a:spcPts val="700"/>
              </a:spcBef>
              <a:defRPr sz="1100" b="1">
                <a:solidFill>
                  <a:srgbClr val="0F172A"/>
                </a:solidFill>
              </a:defRPr>
            </a:pPr>
            <a:r>
              <a:t>Automated PDF Financial Dossier: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One-click export of formal executive investment pitches and PDF feasibility binders.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